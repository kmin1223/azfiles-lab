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Verify EVERYONE redeployed Session 1 beforehand - pair up anyone who didn't. Today: same share, Entra as the KDC.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setup.ps1 immediately. It's fast (~10 min incl. client reboot). Least-priv roles exist but GA on a dev tenant is the pragmatic lab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Agenda: the manual Cloud Sync step IS content - it teaches what a hybrid identity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with Session 1: same UNC, different KDC, different realm. No DC line of sight for data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 checks. OS support note: Entra-only (cloud-only) identities are GA but need Win11 25H2+/WS2025 - our WS2022 lab uses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chain slowly: SCP -&gt; join -&gt; PRT -&gt; cloud TGT -&gt; service ticket. Every lab today breaks ONE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what setup.ps1 changed. Check Cloud Sync status in the room now - provisioning lag is the #1 timing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shift: Wireshark is useless here (KDC proxy over HTTPS). Fiddler + Kerberos.NET. Request ID via x-ms-request-id for escalations.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1 healthy: the two realms in klist is the money shot. Screenshot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2 (you drive): registry off -&gt; no cloud TGT at logon. Device still LOOKS healthy in dsregcmd - that's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3 (they drive): consent removed -&gt; Entra won't issue the service ticket. Real-world cause: app cleanup sweeps.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4 (they drive): dsregcmd NO -&gt; everything downstream dies. Diagnose the chain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MFA/CA discussion - can't script safely. Key line: SMB cannot do an interactive MFA prompt; exclude the app, never disable MFA.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Triage table + flowchart right-hand lane. Capstone next if time: mystery fault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Cleanup NOW including -IncludeEntra, plus manual Cloud Sync config removal. Thank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Q&amp;A. Point out macOS/Entra-only rows - the boundary map changed in 2025-26.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120640"/>
            <a:ext cx="2926080" cy="29260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Calibri"/>
              </a:rPr>
              <a:t>AZURE FILES · IDENTITY-BASED AUTHENTICATION · SESSION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Microsoft Entra Kerberos
for Hybrid Identities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The same file share — with zero line of sight to any domain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60 minutes · builds on your Session 1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0:00 – DO THIS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Start now: one script + one manual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6766560" cy="160020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Set-ExecutionPolicy -Scope Process `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        -ExecutionPolicy Bypass -Force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Connect-AzAccount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cd session2-entra-kerberos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.\setup.ps1 -ResourceGroupName azfiles-lab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6766560" cy="1737360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Then the ONE manual step (~10 min):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02440"/>
                </a:solidFill>
                <a:latin typeface="Calibri"/>
              </a:rPr>
              <a:t>MANUAL-STEP-cloud-sync.md — install the Entra provisioning agent on your DC and sync OU=AzureFilesLab. Interactive by design: it needs a Global Admin browser sign-in, which should never be scripted.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977639" cy="46634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setup.ps1 automates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103120"/>
            <a:ext cx="3474720" cy="3840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AADKERB</a:t>
            </a:r>
            <a:r>
              <a:rPr sz="1350">
                <a:solidFill>
                  <a:srgbClr val="202440"/>
                </a:solidFill>
                <a:latin typeface="Calibri"/>
              </a:rPr>
              <a:t> enabled on the storage account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Admin consent</a:t>
            </a:r>
            <a:r>
              <a:rPr sz="1350">
                <a:solidFill>
                  <a:srgbClr val="202440"/>
                </a:solidFill>
                <a:latin typeface="Calibri"/>
              </a:rPr>
              <a:t> granted to the auto-created storage app (Graph)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SCP in AD</a:t>
            </a:r>
            <a:r>
              <a:rPr sz="1350">
                <a:solidFill>
                  <a:srgbClr val="202440"/>
                </a:solidFill>
                <a:latin typeface="Calibri"/>
              </a:rPr>
              <a:t> so your client can hybrid-join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Client policy</a:t>
            </a:r>
            <a:r>
              <a:rPr sz="1350">
                <a:solidFill>
                  <a:srgbClr val="202440"/>
                </a:solidFill>
                <a:latin typeface="Calibri"/>
              </a:rPr>
              <a:t> CloudKerberosTicketRetrievalEnabled = 1 + dsregcmd /join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Prereq: Global Admin on a DEV/trial tenant (least-privilege alt: Hybrid Identity Admin for Cloud Sync + Cloud Application Admin for consent)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The next 60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508760"/>
            <a:ext cx="530352" cy="530352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90472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Kick off setup.ps1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90472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fast — ~10 min including a client reboot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67712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359152"/>
            <a:ext cx="530352" cy="530352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40864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Manual step: Cloud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340864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you do it live; it IS the lesson on hybrid 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18104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209544"/>
            <a:ext cx="530352" cy="530352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191256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cloud TGT model · requirements · what the script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059935"/>
            <a:ext cx="530352" cy="530352"/>
          </a:xfrm>
          <a:prstGeom prst="ellipse">
            <a:avLst/>
          </a:prstGeom>
          <a:solidFill>
            <a:srgbClr val="3DA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41648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Lab 1 — healthy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041648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dsregcmd, klist cloud_debug, mount without any DC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18888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910327"/>
            <a:ext cx="530352" cy="53035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Labs 2–4 — break /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8920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no cloud TGT · consent revoked · device left Entra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79"/>
            <a:ext cx="11091672" cy="722376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760719"/>
            <a:ext cx="530352" cy="530352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42431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Wrap-up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742431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decision tree across both sessions + cleanup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Entra ID becomes your KDC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Session 1 (AD 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89204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A367E"/>
                </a:solidFill>
                <a:latin typeface="Calibri"/>
              </a:rPr>
              <a:t>▪  </a:t>
            </a:r>
            <a:r>
              <a:rPr b="1" sz="1400">
                <a:solidFill>
                  <a:srgbClr val="202440"/>
                </a:solidFill>
                <a:latin typeface="Calibri"/>
              </a:rPr>
              <a:t>TGT issuer:</a:t>
            </a:r>
            <a:r>
              <a:rPr sz="1400">
                <a:solidFill>
                  <a:srgbClr val="202440"/>
                </a:solidFill>
                <a:latin typeface="Calibri"/>
              </a:rPr>
              <a:t> your domain controller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A367E"/>
                </a:solidFill>
                <a:latin typeface="Calibri"/>
              </a:rPr>
              <a:t>▪  </a:t>
            </a:r>
            <a:r>
              <a:rPr b="1" sz="1400">
                <a:solidFill>
                  <a:srgbClr val="202440"/>
                </a:solidFill>
                <a:latin typeface="Calibri"/>
              </a:rPr>
              <a:t>Needs</a:t>
            </a:r>
            <a:r>
              <a:rPr sz="1400">
                <a:solidFill>
                  <a:srgbClr val="202440"/>
                </a:solidFill>
                <a:latin typeface="Calibri"/>
              </a:rPr>
              <a:t> line of sight to the DC — VPN or ExpressRoute from anywhere remote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A367E"/>
                </a:solidFill>
                <a:latin typeface="Calibri"/>
              </a:rPr>
              <a:t>▪  </a:t>
            </a:r>
            <a:r>
              <a:rPr b="1" sz="1400">
                <a:solidFill>
                  <a:srgbClr val="202440"/>
                </a:solidFill>
                <a:latin typeface="Calibri"/>
              </a:rPr>
              <a:t>Device:</a:t>
            </a:r>
            <a:r>
              <a:rPr sz="1400">
                <a:solidFill>
                  <a:srgbClr val="202440"/>
                </a:solidFill>
                <a:latin typeface="Calibri"/>
              </a:rPr>
              <a:t> AD domain joined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2A367E"/>
                </a:solidFill>
                <a:latin typeface="Calibri"/>
              </a:rPr>
              <a:t>▪  </a:t>
            </a:r>
            <a:r>
              <a:rPr b="1" sz="1400">
                <a:solidFill>
                  <a:srgbClr val="202440"/>
                </a:solidFill>
                <a:latin typeface="Calibri"/>
              </a:rPr>
              <a:t>Ticket realm:</a:t>
            </a:r>
            <a:r>
              <a:rPr sz="1400">
                <a:solidFill>
                  <a:srgbClr val="202440"/>
                </a:solidFill>
                <a:latin typeface="Calibri"/>
              </a:rPr>
              <a:t> CONTOSO.LOCAL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Session 2 (Entra Kerberos)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9204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F2C14E"/>
                </a:solidFill>
                <a:latin typeface="Calibri"/>
              </a:rPr>
              <a:t>▪  </a:t>
            </a:r>
            <a:r>
              <a:rPr b="1" sz="1400">
                <a:solidFill>
                  <a:srgbClr val="CADCFC"/>
                </a:solidFill>
                <a:latin typeface="Calibri"/>
              </a:rPr>
              <a:t>TGT issuer:</a:t>
            </a:r>
            <a:r>
              <a:rPr sz="1400">
                <a:solidFill>
                  <a:srgbClr val="CADCFC"/>
                </a:solidFill>
                <a:latin typeface="Calibri"/>
              </a:rPr>
              <a:t> Microsoft Entra ID — a cloud TGT, over the internet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F2C14E"/>
                </a:solidFill>
                <a:latin typeface="Calibri"/>
              </a:rPr>
              <a:t>▪  </a:t>
            </a:r>
            <a:r>
              <a:rPr b="1" sz="1400">
                <a:solidFill>
                  <a:srgbClr val="CADCFC"/>
                </a:solidFill>
                <a:latin typeface="Calibri"/>
              </a:rPr>
              <a:t>No DC line of sight</a:t>
            </a:r>
            <a:r>
              <a:rPr sz="1400">
                <a:solidFill>
                  <a:srgbClr val="CADCFC"/>
                </a:solidFill>
                <a:latin typeface="Calibri"/>
              </a:rPr>
              <a:t> needed to access data (perfect for AVD/FSLogix)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F2C14E"/>
                </a:solidFill>
                <a:latin typeface="Calibri"/>
              </a:rPr>
              <a:t>▪  </a:t>
            </a:r>
            <a:r>
              <a:rPr b="1" sz="1400">
                <a:solidFill>
                  <a:srgbClr val="CADCFC"/>
                </a:solidFill>
                <a:latin typeface="Calibri"/>
              </a:rPr>
              <a:t>Device:</a:t>
            </a:r>
            <a:r>
              <a:rPr sz="1400">
                <a:solidFill>
                  <a:srgbClr val="CADCFC"/>
                </a:solidFill>
                <a:latin typeface="Calibri"/>
              </a:rPr>
              <a:t> Entra joined or hybrid joined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>
                <a:solidFill>
                  <a:srgbClr val="F2C14E"/>
                </a:solidFill>
                <a:latin typeface="Calibri"/>
              </a:rPr>
              <a:t>▪  </a:t>
            </a:r>
            <a:r>
              <a:rPr b="1" sz="1400">
                <a:solidFill>
                  <a:srgbClr val="CADCFC"/>
                </a:solidFill>
                <a:latin typeface="Calibri"/>
              </a:rPr>
              <a:t>Ticket realm:</a:t>
            </a:r>
            <a:r>
              <a:rPr sz="1400">
                <a:solidFill>
                  <a:srgbClr val="CADCFC"/>
                </a:solidFill>
                <a:latin typeface="Calibri"/>
              </a:rPr>
              <a:t> KERBEROS.MICROSOFTONLINE.COM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Identity rule: hybrid identities everywhere; Entra-only (cloud-only) identities are GA but need Win11 25H2+/26H1 or WS2025 — on WS2022 like our lab, hybrid is still the only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The five checks that prevent 80% of tickets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0"/>
                <a:gridCol w="50292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to verify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Supported OS: Win 11 / WS2022 (KB5007254+) / WS2025 — Win 10 is EOL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winver</a:t>
                      </a:r>
                      <a:r>
                        <a:rPr sz="1200" b="0">
                          <a:solidFill>
                            <a:srgbClr val="202440"/>
                          </a:solidFill>
                          <a:latin typeface="Calibri"/>
                        </a:rPr>
                        <a:t> · latest cumulative updates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Storage account has Entra Kerberos enabled (AADKERB)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Portal → storage account → File shares → Identity-based access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Device is Entra joined or hybrid joined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dsregcmd /status</a:t>
                      </a:r>
                      <a:r>
                        <a:rPr sz="1200" b="0">
                          <a:solidFill>
                            <a:srgbClr val="202440"/>
                          </a:solidFill>
                          <a:latin typeface="Calibri"/>
                        </a:rPr>
                        <a:t> → AzureAdJoined: 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User is a HYBRID identity — Entra-only (cloud-only) users need Win11 25H2+/WS2025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Entra portal → Users → "On-premises sync enabled = Yes"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Admin consent granted + MFA excluded for the storage 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Enterprise applications → [Storage Account] &lt;sa&gt;… → Permissions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Straight from the field decks: config-steps-skipped, missing TGT/PRT, join-state confusion, and CA/MFA account for most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Anatomy of a cloud-Kerberos mount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Logon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463040"/>
            <a:ext cx="77266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Device has a PRT (Primary Refresh Token) from its Entra join; user signs in with AD credentials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68296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Cloud TGT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368296"/>
            <a:ext cx="77266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With CloudKerberosTicketRetrievalEnabled=1, Windows also fetches a TGT from Entra (realm KERBEROS.MICROSOFTONLINE.COM)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46704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73552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Service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273552"/>
            <a:ext cx="77266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Entra issues the ticket for cifs/&lt;sa&gt;.file.core.windows.net — no DC contacted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78808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SMB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178808"/>
            <a:ext cx="77266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AP-REQ over port 445; storage account validates; share mounts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57216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84064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5084064"/>
            <a:ext cx="77266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Share-level RBAC (against the SYNCED identity) + NTFS ACLs still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Configuring per-file NTFS permissions still needs DC line of sight ONCE — data access afterwards doesn't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THE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What setup.ps1 just did to your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099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Storage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directoryServiceOptions: AD → AADKERB; Entra auto-creates an app named [Storage Account] &lt;sa&gt;.file.core.windows.net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737360"/>
            <a:ext cx="411480" cy="4114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7099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Entra 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Admin consent for openid, profile, User.Read granted to that app via Microsoft Graph — no portal clicking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9959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Active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SCP object written so domain devices know which tenant to hybrid-join (the step Entra Connect's wizard usually does)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3DA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9959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Client 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892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CloudKerberosTicketRetrievalEnabled=1 + dsregcmd /join + reboot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Your manual Cloud Sync step supplies the last ingredient: hybrid USER identities. Agent installed? Sync running? Check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 · THE TOOL THAT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Tracing Entra Kerberos: Wireshark won't help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Entra Kerberos rides over HTTPS ("KDC Proxy"), not UDP/TCP 88. </a:t>
            </a:r>
            <a:r>
              <a:rPr sz="1450" b="0" i="0">
                <a:solidFill>
                  <a:srgbClr val="202440"/>
                </a:solidFill>
                <a:latin typeface="Calibri"/>
              </a:rPr>
              <a:t>So Wireshark and netsh — your Session 1 go-to tools — see only encrypted TCP to login.microsoftonline.com. You cannot read the ticket exchange with them. This trips up almost everyone moving from AD DS to Entra Kerberos.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Instead: Fiddler + Kerberos.NET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39496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Install</a:t>
            </a:r>
            <a:r>
              <a:rPr sz="1350">
                <a:solidFill>
                  <a:srgbClr val="202440"/>
                </a:solidFill>
                <a:latin typeface="Calibri"/>
              </a:rPr>
              <a:t> Fiddler + the Kerberos.NET Fiddler extension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Enable</a:t>
            </a:r>
            <a:r>
              <a:rPr sz="1350">
                <a:solidFill>
                  <a:srgbClr val="202440"/>
                </a:solidFill>
                <a:latin typeface="Calibri"/>
              </a:rPr>
              <a:t> Tools → Options → Decrypt HTTPS traffic (trust the cert), then reboot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Capture</a:t>
            </a:r>
            <a:r>
              <a:rPr sz="1350">
                <a:solidFill>
                  <a:srgbClr val="202440"/>
                </a:solidFill>
                <a:latin typeface="Calibri"/>
              </a:rPr>
              <a:t> run klist get cifs/&lt;sa&gt;… and watch the requests to login.microsoftonline.com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Read</a:t>
            </a:r>
            <a:r>
              <a:rPr sz="1350">
                <a:solidFill>
                  <a:srgbClr val="202440"/>
                </a:solidFill>
                <a:latin typeface="Calibri"/>
              </a:rPr>
              <a:t> the Kerberos tab shows AS-REQ/REP and any KRB_ERROR in clear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54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Escalating to the Entra team?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539496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Grab the Request ID</a:t>
            </a:r>
            <a:r>
              <a:rPr sz="1350">
                <a:solidFill>
                  <a:srgbClr val="202440"/>
                </a:solidFill>
                <a:latin typeface="Calibri"/>
              </a:rPr>
              <a:t> from the response — HTTP header x-ms-request-id (or the Trace ID in the KRB_ERROR EText)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Note</a:t>
            </a:r>
            <a:r>
              <a:rPr sz="1350">
                <a:solidFill>
                  <a:srgbClr val="202440"/>
                </a:solidFill>
                <a:latin typeface="Calibri"/>
              </a:rPr>
              <a:t> a KRB_ERROR still returns HTTP 200 OK — don't be fooled by the status code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Pair it</a:t>
            </a:r>
            <a:r>
              <a:rPr sz="1350">
                <a:solidFill>
                  <a:srgbClr val="202440"/>
                </a:solidFill>
                <a:latin typeface="Calibri"/>
              </a:rPr>
              <a:t> with the timestamp so the service team can find the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Rule of thumb: AD DS trouble → netsh/Wireshark; Entra Kerberos trouble → Fiddler. Same klist on the client, different wire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Mount with a cloud TGT — no DC involved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>RDP to the client as </a:t>
            </a:r>
            <a:r>
              <a:rPr sz="1400" b="1" i="0">
                <a:solidFill>
                  <a:srgbClr val="202440"/>
                </a:solidFill>
                <a:latin typeface="Courier New"/>
              </a:rPr>
              <a:t>CONTOSO\labuser1</a:t>
            </a:r>
            <a:r>
              <a:rPr sz="1500" b="0" i="1">
                <a:solidFill>
                  <a:srgbClr val="202440"/>
                </a:solidFill>
                <a:latin typeface="Calibri"/>
              </a:rPr>
              <a:t>  (fresh sign-in!)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6035040" cy="310896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device &amp; PRT state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dsregcmd /status    # AzureAdJoined: YES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the star of the show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 cloud_debug   # cloud TGT present?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 get krbtgt/KERBEROS.MICROSOFTONLINE.COM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mount — no DC, no VPN, no prompts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net use Y: \\&lt;sa&gt;.file.core.windows.net\labshare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               # inspect the cifs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Two realms in klist:</a:t>
            </a:r>
            <a:r>
              <a:rPr sz="1350">
                <a:solidFill>
                  <a:srgbClr val="202440"/>
                </a:solidFill>
                <a:latin typeface="Calibri"/>
              </a:rPr>
              <a:t> CONTOSO.LOCAL and KERBEROS.MICROSOFTONLINE.COM living side by side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Compare with Session 1:</a:t>
            </a:r>
            <a:r>
              <a:rPr sz="1350">
                <a:solidFill>
                  <a:srgbClr val="202440"/>
                </a:solidFill>
                <a:latin typeface="Calibri"/>
              </a:rPr>
              <a:t> same UNC path, entirely different KDC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If it fails:</a:t>
            </a:r>
            <a:r>
              <a:rPr sz="1350">
                <a:solidFill>
                  <a:srgbClr val="202440"/>
                </a:solidFill>
                <a:latin typeface="Calibri"/>
              </a:rPr>
              <a:t> is labuser1 synced yet? Cloud Sync can lag a few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AVD admins: this is exactly why FSLogix profile shares love Entra Kerberos — session hosts need no DC reachability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registry key everyone forgets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Presenter injects: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02440"/>
                </a:solidFill>
                <a:latin typeface="Courier New"/>
              </a:rPr>
              <a:t>Invoke-Fault.ps1 -Fault NoCloudTgt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CloudKerberosTicketRetrievalEnabled set back to 0 — the default state on every fresh Windows install.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You'll see (after sign-out/in)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989320" cy="14630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klist cloud_debug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  Cloud TGT: NOT present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net use Y: \\&lt;sa&gt;…\labshare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System error 1327 has occurred.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 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Why:</a:t>
            </a:r>
            <a:r>
              <a:rPr sz="1300">
                <a:solidFill>
                  <a:srgbClr val="202440"/>
                </a:solidFill>
                <a:latin typeface="Calibri"/>
              </a:rPr>
              <a:t> without the policy, Windows never asks Entra for a TGT at logon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Confirm:</a:t>
            </a:r>
            <a:r>
              <a:rPr sz="1300">
                <a:solidFill>
                  <a:srgbClr val="202440"/>
                </a:solidFill>
                <a:latin typeface="Calibri"/>
              </a:rPr>
              <a:t> reg query HKLM\SYSTEM\CurrentControlSet\Control\Lsa\Kerberos\Parameters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Fix:</a:t>
            </a:r>
            <a:r>
              <a:rPr sz="1300">
                <a:solidFill>
                  <a:srgbClr val="202440"/>
                </a:solidFill>
                <a:latin typeface="Calibri"/>
              </a:rPr>
              <a:t> set to 1 via GPO/Intune/registry, then SIGN OUT AND IN — it applies at logon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Field note:</a:t>
            </a:r>
            <a:r>
              <a:rPr sz="1300">
                <a:solidFill>
                  <a:srgbClr val="202440"/>
                </a:solidFill>
                <a:latin typeface="Calibri"/>
              </a:rPr>
              <a:t> deployments "work on the pilot VM" then fail at scale when the GPO misses an 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GPO path: Administrative Templates → System → Kerberos → "Allow retrieving the Azure AD Kerberos Ticket Granting Ticket during logon"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invisible app behind your storage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Presenter injects: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02440"/>
                </a:solidFill>
                <a:latin typeface="Courier New"/>
              </a:rPr>
              <a:t>Invoke-Fault.ps1 -Fault ConsentRevoked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OAuth2 grants stripped from the [Storage Account] service principal.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You'll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989320" cy="14630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klist purge ; klist purge_bind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net use Y: \\&lt;sa&gt;…\labshare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Ticket issuance for the share fails —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access denied / password prompt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 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Why:</a:t>
            </a:r>
            <a:r>
              <a:rPr sz="1300">
                <a:solidFill>
                  <a:srgbClr val="202440"/>
                </a:solidFill>
                <a:latin typeface="Calibri"/>
              </a:rPr>
              <a:t> enabling AADKERB creates an Entra app for the SA; it needs consented openid/profile/User.Read to complete auth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Confirm:</a:t>
            </a:r>
            <a:r>
              <a:rPr sz="1300">
                <a:solidFill>
                  <a:srgbClr val="202440"/>
                </a:solidFill>
                <a:latin typeface="Calibri"/>
              </a:rPr>
              <a:t> Entra → Enterprise applications → [Storage Account] &lt;sa&gt;… → Permissions (empty!)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Fix:</a:t>
            </a:r>
            <a:r>
              <a:rPr sz="1300">
                <a:solidFill>
                  <a:srgbClr val="202440"/>
                </a:solidFill>
                <a:latin typeface="Calibri"/>
              </a:rPr>
              <a:t> re-grant admin consent (portal button or Graph, as setup.ps1 did)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Field note:</a:t>
            </a:r>
            <a:r>
              <a:rPr sz="1300">
                <a:solidFill>
                  <a:srgbClr val="202440"/>
                </a:solidFill>
                <a:latin typeface="Calibri"/>
              </a:rPr>
              <a:t> security teams "cleaning up unused apps" is a real outage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Related: rotate storage keys → the app's credentials must be regenerated too (documented behavior — check before rotating)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No join, no PRT, no ticket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Presenter injects: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02440"/>
                </a:solidFill>
                <a:latin typeface="Courier New"/>
              </a:rPr>
              <a:t>Invoke-Fault.ps1 -Fault NotHybridJoined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dsregcmd /leave — the device drops out of Entra.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You'll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989320" cy="160020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dsregcmd /status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  AzureAdJoined : NO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klist cloud_debug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  no PRT → no cloud TGT → mount fails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 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The chain:</a:t>
            </a:r>
            <a:r>
              <a:rPr sz="1300">
                <a:solidFill>
                  <a:srgbClr val="202440"/>
                </a:solidFill>
                <a:latin typeface="Calibri"/>
              </a:rPr>
              <a:t> SCP → device registers → PRT at logon → cloud TGT → service ticket. Break any link, everything downstream dies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Confirm:</a:t>
            </a:r>
            <a:r>
              <a:rPr sz="1300">
                <a:solidFill>
                  <a:srgbClr val="202440"/>
                </a:solidFill>
                <a:latin typeface="Calibri"/>
              </a:rPr>
              <a:t> dsregcmd /status (join state + PRT section) · dsregcmd /refreshprt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Fix:</a:t>
            </a:r>
            <a:r>
              <a:rPr sz="1300">
                <a:solidFill>
                  <a:srgbClr val="202440"/>
                </a:solidFill>
                <a:latin typeface="Calibri"/>
              </a:rPr>
              <a:t> re-join (…-Repair) — registration takes a few minutes; check Entra →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Same triage applies to real AVD hosts that were re-imaged and silently lost their registration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The MFA trap (we won't break this one live)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20116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SMB cannot do an interactive MFA prompt. </a:t>
            </a:r>
            <a:r>
              <a:rPr sz="1500" b="0" i="0">
                <a:solidFill>
                  <a:srgbClr val="202440"/>
                </a:solidFill>
                <a:latin typeface="Calibri"/>
              </a:rPr>
              <a:t>If a Conditional Access policy demands MFA for the storage account's app, ticket issuance fails — usually as a generic access denial that looks nothing like an MFA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39496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Entra sign-in logs:</a:t>
            </a:r>
            <a:r>
              <a:rPr sz="1350">
                <a:solidFill>
                  <a:srgbClr val="202440"/>
                </a:solidFill>
                <a:latin typeface="Calibri"/>
              </a:rPr>
              <a:t> filter by the [Storage Account] app — look for CA failures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Ask:</a:t>
            </a:r>
            <a:r>
              <a:rPr sz="1350">
                <a:solidFill>
                  <a:srgbClr val="202440"/>
                </a:solidFill>
                <a:latin typeface="Calibri"/>
              </a:rPr>
              <a:t> "any new CA policies rolled out recently?" (the answer is yes)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794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Exclude the app</a:t>
            </a:r>
            <a:r>
              <a:rPr sz="1350">
                <a:solidFill>
                  <a:srgbClr val="202440"/>
                </a:solidFill>
                <a:latin typeface="Calibri"/>
              </a:rPr>
              <a:t> [Storage Account] &lt;sa&gt;.file.core.windows.net from MFA-requiring CA policies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Don't</a:t>
            </a:r>
            <a:r>
              <a:rPr sz="1350">
                <a:solidFill>
                  <a:srgbClr val="202440"/>
                </a:solidFill>
                <a:latin typeface="Calibri"/>
              </a:rPr>
              <a:t> disable MFA tenant-wide — scope the exclusion to this app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Boundary map (2026): Entra-only IDs GA (Win11 25H2+/WS2025) · macOS via Platform SSO (preview) · Linux supported · cross-tenant still off-limits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Entra Kerberos triage, on one slide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38328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First command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Error 1327 / no cloud TGT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klist cloud_debug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CloudKerberosTicketRetrievalEnabled ≠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AzureAdJoined: NO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dsregcmd /status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Device not (hybrid) joined · SCP / registration issue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Works for some users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check user sync state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Unsynced users — need hybrid ID (Entra-only: Win11 25H2+/WS2025)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Generic access denied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Entra sign-in logs (SA app)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Consent missing · CA/MFA policy hitting the app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Error 53 / 67 / timeout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Test-NetConnection -Port 445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Network — same as Session 1, always check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Ticket OK, access denied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RBAC + icacls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Authorization layers — synced identity missing role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Print this and the Session 1 table — together they cover the top ~12 real-world cases from the source decks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914400"/>
            <a:ext cx="2926080" cy="29260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Calibri"/>
              </a:rPr>
              <a:t>SERIES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Two KDCs. One share. No more mysteries.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332720" cy="23774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Cleanup:</a:t>
            </a:r>
            <a:r>
              <a:rPr sz="1600">
                <a:solidFill>
                  <a:srgbClr val="CADCFC"/>
                </a:solidFill>
                <a:latin typeface="Calibri"/>
              </a:rPr>
              <a:t> .\cleanup.ps1 -ResourceGroupName azfiles-lab -IncludeEntra, then delete the Cloud Sync config in the portal.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Keep practicing:</a:t>
            </a:r>
            <a:r>
              <a:rPr sz="1600">
                <a:solidFill>
                  <a:srgbClr val="CADCFC"/>
                </a:solidFill>
                <a:latin typeface="Calibri"/>
              </a:rPr>
              <a:t> every fault script is yours — re-run them against a fresh deployment anytime.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Docs to bookmark:</a:t>
            </a:r>
            <a:r>
              <a:rPr sz="1600">
                <a:solidFill>
                  <a:srgbClr val="CADCFC"/>
                </a:solidFill>
                <a:latin typeface="Calibri"/>
              </a:rPr>
              <a:t> "Troubleshoot Azure Files identity-based authentication (SMB)" — the tables we used map 1:1 to its sections.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Thank you — questions welcome!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KEEP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References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Microsoft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577840" cy="3840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Enable:</a:t>
            </a:r>
            <a:r>
              <a:rPr sz="1350">
                <a:solidFill>
                  <a:srgbClr val="202440"/>
                </a:solidFill>
                <a:latin typeface="Calibri"/>
              </a:rPr>
              <a:t> Microsoft Entra Kerberos authentication for Azure Files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Hybrid join:</a:t>
            </a:r>
            <a:r>
              <a:rPr sz="1350">
                <a:solidFill>
                  <a:srgbClr val="202440"/>
                </a:solidFill>
                <a:latin typeface="Calibri"/>
              </a:rPr>
              <a:t> Configure Microsoft Entra hybrid join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Cloud Sync:</a:t>
            </a:r>
            <a:r>
              <a:rPr sz="1350">
                <a:solidFill>
                  <a:srgbClr val="202440"/>
                </a:solidFill>
                <a:latin typeface="Calibri"/>
              </a:rPr>
              <a:t> What is Microsoft Entra Cloud Sync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Cloud-only:</a:t>
            </a:r>
            <a:r>
              <a:rPr sz="1350">
                <a:solidFill>
                  <a:srgbClr val="202440"/>
                </a:solidFill>
                <a:latin typeface="Calibri"/>
              </a:rPr>
              <a:t> Azure Files Entra-only identities (Win11 25H2+/WS2025)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macOS:</a:t>
            </a:r>
            <a:r>
              <a:rPr sz="1350">
                <a:solidFill>
                  <a:srgbClr val="202440"/>
                </a:solidFill>
                <a:latin typeface="Calibri"/>
              </a:rPr>
              <a:t> Entra Kerberos on macOS with Platform SSO (preview)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Troubleshooting:</a:t>
            </a:r>
            <a:r>
              <a:rPr sz="1350">
                <a:solidFill>
                  <a:srgbClr val="202440"/>
                </a:solidFill>
                <a:latin typeface="Calibri"/>
              </a:rPr>
              <a:t> Azure Files identity-based auth (SMB)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If your lab breaks beyond 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every fault is reversible: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.\faults\Invoke-Fault.ps1 -Fault &lt;name&gt; -Repair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device stuck? re-register + reboot: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dsregcmd /leave ; dsregcmd /join ;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77639"/>
            <a:ext cx="5120640" cy="1920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Deep diagnosis:</a:t>
            </a:r>
            <a:r>
              <a:rPr sz="1300">
                <a:solidFill>
                  <a:srgbClr val="202440"/>
                </a:solidFill>
                <a:latin typeface="Calibri"/>
              </a:rPr>
              <a:t> Entra sign-in logs (filter the [Storage Account] app) + Fiddler/Kerberos.NET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Cleanup:</a:t>
            </a:r>
            <a:r>
              <a:rPr sz="1300">
                <a:solidFill>
                  <a:srgbClr val="202440"/>
                </a:solidFill>
                <a:latin typeface="Calibri"/>
              </a:rPr>
              <a:t> cleanup.ps1 -IncludeEntra, then remove the Cloud Sync config + agent in the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